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72" r:id="rId2"/>
    <p:sldMasterId id="2147483684" r:id="rId3"/>
    <p:sldMasterId id="2147483696" r:id="rId4"/>
  </p:sldMasterIdLst>
  <p:sldIdLst>
    <p:sldId id="256" r:id="rId5"/>
    <p:sldId id="257" r:id="rId6"/>
    <p:sldId id="261" r:id="rId7"/>
    <p:sldId id="262" r:id="rId8"/>
    <p:sldId id="263" r:id="rId9"/>
    <p:sldId id="283" r:id="rId10"/>
  </p:sldIdLst>
  <p:sldSz cx="9144000" cy="6858000" type="screen4x3"/>
  <p:notesSz cx="6858000" cy="9144000"/>
  <p:embeddedFontLst>
    <p:embeddedFont>
      <p:font typeface="배달의민족 도현" panose="020B0600000101010101" pitchFamily="50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282F"/>
    <a:srgbClr val="55353F"/>
    <a:srgbClr val="9D6375"/>
    <a:srgbClr val="A97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8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1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45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00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2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3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3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3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58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36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79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393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71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256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685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57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806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9600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430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621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351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5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393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712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256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685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576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8062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960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4304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6218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3519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5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3939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712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256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6859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576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8062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9600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4304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621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35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F8871-46DE-4912-B92D-8E83BAF04004}" type="datetimeFigureOut">
              <a:rPr lang="ko-KR" altLang="en-US" smtClean="0"/>
              <a:t>2017-12-27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4E45-73EB-481E-ADA8-FFEC5183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87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7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7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F8871-46DE-4912-B92D-8E83BAF04004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2017-12-27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4E45-73EB-481E-ADA8-FFEC51833FA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7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77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340768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목차</a:t>
            </a:r>
            <a:endParaRPr lang="ko-KR" altLang="en-US" sz="3600" dirty="0">
              <a:solidFill>
                <a:srgbClr val="9D6375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19672" y="2348880"/>
            <a:ext cx="6984776" cy="225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</a:pPr>
            <a:r>
              <a:rPr lang="ko-KR" altLang="en-US" sz="3600" dirty="0" smtClean="0">
                <a:solidFill>
                  <a:srgbClr val="40282F"/>
                </a:solidFill>
                <a:latin typeface="배달의민족 도현" pitchFamily="50" charset="-127"/>
                <a:ea typeface="배달의민족 도현" pitchFamily="50" charset="-127"/>
              </a:rPr>
              <a:t>게임 소개</a:t>
            </a:r>
            <a:endParaRPr lang="en-US" altLang="ko-KR" sz="3600" dirty="0" smtClean="0">
              <a:solidFill>
                <a:srgbClr val="40282F"/>
              </a:solidFill>
              <a:latin typeface="배달의민족 도현" pitchFamily="50" charset="-127"/>
              <a:ea typeface="배달의민족 도현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</a:pPr>
            <a:r>
              <a:rPr lang="ko-KR" altLang="en-US" sz="3600" dirty="0" smtClean="0">
                <a:solidFill>
                  <a:srgbClr val="40282F"/>
                </a:solidFill>
                <a:latin typeface="배달의민족 도현" pitchFamily="50" charset="-127"/>
                <a:ea typeface="배달의민족 도현" pitchFamily="50" charset="-127"/>
              </a:rPr>
              <a:t>개발 진척도</a:t>
            </a:r>
            <a:endParaRPr lang="en-US" altLang="ko-KR" sz="3600" dirty="0" smtClean="0">
              <a:solidFill>
                <a:srgbClr val="40282F"/>
              </a:solidFill>
              <a:latin typeface="배달의민족 도현" pitchFamily="50" charset="-127"/>
              <a:ea typeface="배달의민족 도현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itchFamily="34" charset="0"/>
              <a:buChar char="•"/>
            </a:pPr>
            <a:r>
              <a:rPr lang="ko-KR" altLang="en-US" sz="3600" dirty="0" smtClean="0">
                <a:solidFill>
                  <a:srgbClr val="40282F"/>
                </a:solidFill>
                <a:latin typeface="배달의민족 도현" pitchFamily="50" charset="-127"/>
                <a:ea typeface="배달의민족 도현" pitchFamily="50" charset="-127"/>
              </a:rPr>
              <a:t>잘된 점 및 아쉬운 점</a:t>
            </a:r>
            <a:endParaRPr lang="en-US" altLang="ko-KR" sz="3600" dirty="0">
              <a:solidFill>
                <a:srgbClr val="40282F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444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2520280" cy="648072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게임 </a:t>
            </a:r>
            <a:r>
              <a:rPr lang="ko-KR" altLang="en-US" dirty="0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소개</a:t>
            </a:r>
            <a:endParaRPr lang="ko-KR" altLang="en-US" dirty="0">
              <a:solidFill>
                <a:srgbClr val="9D6375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5229200"/>
            <a:ext cx="66489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400" dirty="0" smtClean="0">
                <a:latin typeface="배달의민족 도현" pitchFamily="50" charset="-127"/>
                <a:ea typeface="배달의민족 도현" pitchFamily="50" charset="-127"/>
              </a:rPr>
              <a:t>- </a:t>
            </a:r>
            <a:r>
              <a:rPr lang="ko-KR" altLang="en-US" sz="2400" dirty="0" err="1" smtClean="0">
                <a:latin typeface="배달의민족 도현" pitchFamily="50" charset="-127"/>
                <a:ea typeface="배달의민족 도현" pitchFamily="50" charset="-127"/>
              </a:rPr>
              <a:t>버켓으로</a:t>
            </a:r>
            <a:r>
              <a:rPr lang="ko-KR" altLang="en-US" sz="2400" dirty="0" smtClean="0">
                <a:latin typeface="배달의민족 도현" pitchFamily="50" charset="-127"/>
                <a:ea typeface="배달의민족 도현" pitchFamily="50" charset="-127"/>
              </a:rPr>
              <a:t> 화면 위에서 내려오는 눈송이를 받아                점수를 획득하는 게임</a:t>
            </a:r>
            <a:r>
              <a:rPr lang="en-US" altLang="ko-KR" sz="2400" dirty="0" smtClean="0">
                <a:latin typeface="배달의민족 도현" pitchFamily="50" charset="-127"/>
                <a:ea typeface="배달의민족 도현" pitchFamily="50" charset="-127"/>
              </a:rPr>
              <a:t>.</a:t>
            </a:r>
            <a:endParaRPr lang="ko-KR" altLang="en-US" sz="2400" dirty="0">
              <a:solidFill>
                <a:prstClr val="black"/>
              </a:solidFill>
              <a:latin typeface="배달의민족 도현" pitchFamily="50" charset="-127"/>
              <a:ea typeface="배달의민족 도현" pitchFamily="50" charset="-127"/>
            </a:endParaRPr>
          </a:p>
          <a:p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904" y="1173544"/>
            <a:ext cx="6422464" cy="39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3096344" cy="648072"/>
          </a:xfrm>
        </p:spPr>
        <p:txBody>
          <a:bodyPr>
            <a:normAutofit fontScale="90000"/>
          </a:bodyPr>
          <a:lstStyle/>
          <a:p>
            <a:r>
              <a:rPr lang="ko-KR" altLang="en-US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개발 </a:t>
            </a:r>
            <a:r>
              <a:rPr lang="ko-KR" altLang="en-US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진척도</a:t>
            </a:r>
            <a:endParaRPr lang="ko-KR" altLang="en-US" dirty="0">
              <a:solidFill>
                <a:srgbClr val="9D6375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048" y="1052736"/>
            <a:ext cx="6926914" cy="502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5328592" cy="576064"/>
          </a:xfrm>
        </p:spPr>
        <p:txBody>
          <a:bodyPr>
            <a:normAutofit fontScale="90000"/>
          </a:bodyPr>
          <a:lstStyle/>
          <a:p>
            <a:r>
              <a:rPr lang="ko-KR" altLang="en-US" smtClean="0">
                <a:solidFill>
                  <a:srgbClr val="9D6375"/>
                </a:solidFill>
                <a:latin typeface="배달의민족 도현" pitchFamily="50" charset="-127"/>
                <a:ea typeface="배달의민족 도현" pitchFamily="50" charset="-127"/>
              </a:rPr>
              <a:t>잘된 점 및 아쉬운 점</a:t>
            </a:r>
            <a:endParaRPr lang="ko-KR" altLang="en-US" dirty="0">
              <a:solidFill>
                <a:srgbClr val="9D6375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276872"/>
            <a:ext cx="7933199" cy="274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75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30</Words>
  <Application>Microsoft Office PowerPoint</Application>
  <PresentationFormat>화면 슬라이드 쇼(4:3)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배달의민족 도현</vt:lpstr>
      <vt:lpstr>Arial</vt:lpstr>
      <vt:lpstr>맑은 고딕</vt:lpstr>
      <vt:lpstr>Office 테마</vt:lpstr>
      <vt:lpstr>2_Office 테마</vt:lpstr>
      <vt:lpstr>3_Office 테마</vt:lpstr>
      <vt:lpstr>4_Office 테마</vt:lpstr>
      <vt:lpstr>PowerPoint 프레젠테이션</vt:lpstr>
      <vt:lpstr>PowerPoint 프레젠테이션</vt:lpstr>
      <vt:lpstr>게임 소개</vt:lpstr>
      <vt:lpstr>개발 진척도</vt:lpstr>
      <vt:lpstr>잘된 점 및 아쉬운 점</vt:lpstr>
      <vt:lpstr>PowerPoint 프레젠테이션</vt:lpstr>
    </vt:vector>
  </TitlesOfParts>
  <Company>XP R2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김민지</cp:lastModifiedBy>
  <cp:revision>62</cp:revision>
  <dcterms:created xsi:type="dcterms:W3CDTF">2016-04-09T06:51:14Z</dcterms:created>
  <dcterms:modified xsi:type="dcterms:W3CDTF">2017-12-27T10:14:49Z</dcterms:modified>
</cp:coreProperties>
</file>